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rial"/>
              </a:rPr>
              <a:t>Monthly churn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C2185B"/>
            </a:solidFill>
            <a:ln w="31750" cap="flat">
              <a:solidFill>
                <a:srgbClr val="C218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2185B"/>
              </a:solidFill>
              <a:ln w="9525" cap="flat">
                <a:solidFill>
                  <a:srgbClr val="C218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35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5</c:v>
                </c:pt>
                <c:pt idx="7">
                  <c:v>5</c:v>
                </c:pt>
                <c:pt idx="8">
                  <c:v>10</c:v>
                </c:pt>
                <c:pt idx="9">
                  <c:v>13</c:v>
                </c:pt>
                <c:pt idx="10">
                  <c:v>9</c:v>
                </c:pt>
                <c:pt idx="11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7415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&amp; Churn Analysis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customers leave, who is at risk, and what drives retention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 |  Python (pandas) +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47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analysis matters for RavenStack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24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 raw tables to a single master dataset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08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4015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business stands today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86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886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&amp; segment findings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178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churn concentrates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63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63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drivers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956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correlates with churn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440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7332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matters for RavenStack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churn directly protects recurring revenue.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manages 500 accounts and roughly $1M in MRR — even small churn shifts move revenue meaningfully.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answers 4 questions for the business: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3736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7F7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0" y="1847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customers leaving?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265176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7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0" y="2761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segments churn most?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356616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7F7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36758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 customers stay active?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448056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7F7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4590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actions improve retention?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 raw tables to one master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source tables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subscriptions, churn_events,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feature_usage, support_tickets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64408" y="3063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7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331720"/>
            <a:ext cx="457200" cy="4572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 Python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De-duplicate, handle nulls,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dates &amp; categories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99048" y="3063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7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2331720"/>
            <a:ext cx="457200" cy="4572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on customer_id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 unified table: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df_master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933688" y="30632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0" y="21031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7F7F9"/>
          </a:solidFill>
          <a:ln/>
        </p:spPr>
      </p:sp>
      <p:sp>
        <p:nvSpPr>
          <p:cNvPr id="23" name="Shape 21"/>
          <p:cNvSpPr/>
          <p:nvPr/>
        </p:nvSpPr>
        <p:spPr>
          <a:xfrm>
            <a:off x="9326880" y="2331720"/>
            <a:ext cx="457200" cy="4572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268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interactive dashboards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teams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business stands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7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98064" y="17373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7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35224" y="19202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935224" y="26060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7488" y="17373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7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84648" y="19202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184648" y="26060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96912" y="17373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7F7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34072" y="19202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434072" y="26060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46336" y="17373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BE1E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83496" y="19202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22.00%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683496" y="26060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429000"/>
          <a:ext cx="69494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7680960" y="342900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7F7F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095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reasons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Others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4407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Budget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909560" y="47914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Pricing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909560" y="51755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909560" y="5559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909560" y="5943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Competitor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CHURN CONCENTRATES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&amp; segment findings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churn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— 32%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— 12.5%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— 30.97%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EdTech/Cybersecurity — ~16%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64240" cy="777240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Source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— 30.21%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— 14.61%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Month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4800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— 35.48%, Sep — 29.17%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800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— 13.51% (lowest)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CORRELATES WITH CHURN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drivers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signals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CSAT: identical for churned vs retained (4.0 vs 4.0)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days: 48 vs 50 — minor gap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27 vs 28 — minor gap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 flag: 22.14% vs 21.35% churn — negligible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CE4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signals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Downgrades: customers who downgraded show noticeably higher churn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reasons: pricing and budget are top drivers after "Others"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industry: churn varies 2–3x across segments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channel: event-acquired customers churn 2x partner-referred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March spike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3055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churned customers in one month — check for a pricing change, outage, or campaign around that 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737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pricing &amp; budget concerns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3055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stated churn reasons after "Others" — review pricing tiers and packaging.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337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partner channel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3075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Partner-referred customers churn least (14.61%) — shift acquisition spend toward partners.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337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downgrades as an early-warning signal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73075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accounts that downgrade for proactive outreach before they churn.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937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Feb &amp; Sep signup cohorts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3095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onboarding quality and offer terms for these higher-churn cohorts.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800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937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Is_Churned churn-rate chart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3095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dashboard values (23.65% / 21.31%) look mis-calculated — verify the DAX measure.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2026-09-23T09:14:00Z</dcterms:created>
  <dcterms:modified xsi:type="dcterms:W3CDTF">2026-09-23T09:14:00Z</dcterms:modified>
</cp:coreProperties>
</file>